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screen as people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most of the day is keyboard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answers on the flip chart; revisit at 4:30.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question is the Check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exercise today follows these three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to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Microsoft's own prompting guidance for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part of the strong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invented detail to set up 10:00.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 rules with TIYA's written policy before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it as a hypothetical.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rules until replaced with TIYA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min; tables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Whatever the result, the point is checking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min; show of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min. Model the role-play for 2 minutes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min. Formative, not pass/fail.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E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48640"/>
            <a:ext cx="2822975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0392" y="169164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148840"/>
            <a:ext cx="1049091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430"/>
              </a:spcAft>
            </a:pPr>
            <a:r>
              <a:rPr sz="5400" b="1">
                <a:solidFill>
                  <a:srgbClr val="FFFFFF"/>
                </a:solidFill>
                <a:latin typeface="Roboto Slab"/>
              </a:rPr>
              <a:t>Generative AI for Daily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4572000"/>
            <a:ext cx="1049091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Tuesday, October 20, 2026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Alex Djalali · Alex Rhodeen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8:00 Foundations &amp; Safe Use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10:45 Role-based lab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1:15 SOP lifecycle lab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3:00 Leadership &amp; responsible adoption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4:30 Closing &amp; assessment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 / 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Breaks at 9:45, 12:00 (lunch), and 2:45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Wi-Fi, restrooms, phones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Remote: chat is watched all day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Parking lot for questions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 / 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996696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Who's here?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Used Copilot or ChatGPT at work? At home? Never?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Which task would you like an hour back from each week?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 / 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What generative AI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Predicts the likely next words from patterns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Very good at language work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Doesn't know TIYA's facts unless you give them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Sounds just as confident when it's wrong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 / 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092707" cy="347472"/>
          </a:xfrm>
          <a:prstGeom prst="roundRect">
            <a:avLst/>
          </a:prstGeom>
          <a:solidFill>
            <a:srgbClr val="05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Ask it something only TIYA knows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“What is TIYA's emergency work order desk number?”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How would you know if that's right?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6 / 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Draft, not decide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Good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Drafting, summarizing, organizing, analyzing, rewording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3007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Not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Deciding, approving, signing, holding sensitive data</a:t>
            </a:r>
          </a:p>
        </p:txBody>
      </p:sp>
      <p:pic>
        <p:nvPicPr>
          <p:cNvPr id="9" name="Picture 8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7 / 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Where it fits at TIYA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Facilities: technician notes → status update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Contracting: plain-language clause summaries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Business management: meeting notes → action items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Leads: first draft of announcements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8 / 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habit: Mask → Ask →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1 · Mask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Sensitive data comes out before you paste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2 ·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Goal, Context, Source, Expectations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3 ·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Read it as if you'll sign it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9 / 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8:30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Generative AI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Hands-on · 75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092707" cy="347472"/>
          </a:xfrm>
          <a:prstGeom prst="roundRect">
            <a:avLst/>
          </a:prstGeom>
          <a:solidFill>
            <a:srgbClr val="05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Tour of Copilot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New chat, edit and resend, regenerate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Copy, upload a file, chat history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Work/web toggle, if your tenant shows one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11 / 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 capable new hire on day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Smart, fast, eager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Knows nothing about Building 214 or who the COR is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The more you'd explain to a new hire, the more goes in the prompt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12 /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Ask: the four parts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What do I want?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1699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1699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1699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Why, and for whom?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6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6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What should it use?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313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24313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Expectations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313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Format, length, tone</a:t>
            </a:r>
          </a:p>
        </p:txBody>
      </p:sp>
      <p:pic>
        <p:nvPicPr>
          <p:cNvPr id="15" name="Picture 1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13 / 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Weak vs. GCSE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Weak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“Write a notice about a water shutoff.”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3007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GCSE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Goal, plus building, date, times, reason, alternatives, length, and tone (workbook E1)</a:t>
            </a:r>
          </a:p>
        </p:txBody>
      </p:sp>
      <p:pic>
        <p:nvPicPr>
          <p:cNvPr id="9" name="Picture 8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14 /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E1 · Two prompts, one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Run the weak prompt, then the GCSE prompt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Which could you send with fewer edits?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15 / 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E2 · Summarize the work order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Sample A: seven visits to one rooftop unit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Status summary, timeline, parts table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16 / 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Follow-up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Shorten: “Cut this in half. Keep the dates.”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Re-aim: “Rewrite it for the technicians.”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Reshape: “Put it in a table.”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Challenge: “What's missing?”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Show your work: “What did you add?”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17 /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E3 · Follow-ups are prompts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Four follow-ups in your E2 chat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Which one improved it most?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18 /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E4 or E5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Brainstorm and organize: reducing repeat work orders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Or fix the tone of a terse email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19 / 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Which GCSE part changed the output most?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Where did Copilot add something not in the notes?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What would you check before sending to the COR?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20 /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10:00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TIYA policy · 45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A vendor quote, a free AI app, a quick comparison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What went wrong, and when?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22 / 60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Four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PII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Identifies a person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1699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1699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PHI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1699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Health information about a person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6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CUI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6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Controlled Unclassified Information. If unsure, treat it as CUI.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313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24313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313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Rates, costs, bids, any vendor's quote</a:t>
            </a:r>
          </a:p>
        </p:txBody>
      </p:sp>
      <p:pic>
        <p:nvPicPr>
          <p:cNvPr id="15" name="Picture 1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23 / 60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data traffic light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B3261E"/>
                </a:solidFill>
                <a:latin typeface="Roboto Slab"/>
              </a:rPr>
              <a:t>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Never enter. CUI, PHI, pricing, IDs, security details, passwords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9A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9A5B00"/>
                </a:solidFill>
                <a:latin typeface="Roboto Slab"/>
              </a:rPr>
              <a:t>Amber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Mask first. Names, contacts, vendors, contract numbers, internal 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066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066034"/>
                </a:solidFill>
                <a:latin typeface="Roboto Slab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Okay. How-to questions, public information, your own masked writing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24 /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Enterprise data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Your prompts aren't used to train the models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It doesn't change the rules for CUI, PHI, or pricing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TIYA's policy and contracts decide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25 /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How to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Names → roles: [Technician A], [the COR]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Numbers → placeholders: [CONTRACT], [PHONE]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Prices, health details, codes → delete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Keep your key outside Copilot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26 /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12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Masking drill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Sample B: find everything that has to go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6 min alone, 3 min with a neighbor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27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Masking key: 11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3 names, 1 email, 1 phone number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1 health detail, 2 prices, 1 vendor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1 contract number, 1 gate code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Most missed: the gate code and the vendor name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28 /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764792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8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Can I paste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Eight quick-fire cards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Green, amber, or red?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29 / 60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Check: a person stays in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Facts, numbers, and names match the source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Nothing added that you didn't give it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Policy, tone, and commitments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Masked details go back in outside Copilot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30 / 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092707" cy="347472"/>
          </a:xfrm>
          <a:prstGeom prst="roundRect">
            <a:avLst/>
          </a:prstGeom>
          <a:solidFill>
            <a:srgbClr val="05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Verify a clause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Ask Copilot for the FAR clause on limitations on subcontracting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Compare it against acquisition.gov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31 /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DAY 1 · GENERATIVE AI FOR DAILY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Would I sign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If you send it, you own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10:45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Role-Based Application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Hands-on · 75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Pick your track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Track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Facilities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1699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1699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Track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1699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Contracting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6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Track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6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Business Management &amp; Admin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313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24313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Track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313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Supervisors &amp; Leads</a:t>
            </a:r>
          </a:p>
        </p:txBody>
      </p:sp>
      <p:pic>
        <p:nvPicPr>
          <p:cNvPr id="15" name="Picture 1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34 / 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45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Task A, then Task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Task A: the card's sample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Task B: your real task, masked, initialed by an instructor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35 /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Share-outs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One pair per track, 4 minutes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The prompt, the output, what you had to fix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36 /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1:00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Afternoon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Work Product &amp; Leadership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764792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Recap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Name the four GCSE parts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Red, amber, or green? Two examples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What does Check mean?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38 /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From tasks to workflows and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This morning: single tasks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This afternoon: SOPs, and the people you lead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39 /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1:15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SOP Lifecycle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Hands-on · 90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SOP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Generate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A first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1699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1699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1699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Bring it current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6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Improve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6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Clearer, safer, complete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313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24313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Adapt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313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Cards, quizzes, emails, talks</a:t>
            </a:r>
          </a:p>
        </p:txBody>
      </p:sp>
      <p:pic>
        <p:nvPicPr>
          <p:cNvPr id="15" name="Picture 1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41 /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Who owns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Copilot drafts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The subject-matter expert owns accuracy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Doc control approves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42 /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Step 1 · Diagnose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Critique Sample C (2019)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Issue, why it matters, fix, ranked by risk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43 /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Step 2 · Rewrite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The standard template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[VERIFY] instead of invented values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44 /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Step 3 · Visualize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A step table with decision points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A text flowchart; optional SmartArt in Word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45 /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Step 4 · Adapt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Pick two: quick-reference card, quiz, announcement, toolbox talk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46 / 60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What did Copilot miss that only TIYA knows?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Who reviews AI-assisted SOP changes?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47 /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3:00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Leadership &amp; Responsible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Hands-on · 90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 thinking partner, not a decision-maker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Leadership is judgment and relationships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AI gives you drafts, questions, and rehearsal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You decide, and you show up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49 / 60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People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Describe the situation, not the person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No names, no health details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50 /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L1 · Announce a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The message, the likely questions, what to escalate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51 /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L2 · Prepare a hard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Plan it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Copilot plays the employee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Ask for feedback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52 /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L3 · Decide between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Options table, pre-mortem, open questions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No pricing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53 /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L4 · Lead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A non-punitive conversation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Five team AI norms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54 /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Where was it useful? Where did it fall flat?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Read your best norm aloud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One AI conversation you'll have with your team this month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55 /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4:30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Closing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30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10 questions, self-scored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57 /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12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Exit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Mask → Ask → Check, on paper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Hand it in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58 / 60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Three tasks for next week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One person you'll show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Back to this morning's flip chart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59 / 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E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48640"/>
            <a:ext cx="2822975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0392" y="169164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APPLIED AI AT TIYA SERVICES · DAY 1 · GENERATIVE AI FOR DAILY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148840"/>
            <a:ext cx="1049091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430"/>
              </a:spcAft>
            </a:pPr>
            <a:r>
              <a:rPr sz="5400" b="1">
                <a:solidFill>
                  <a:srgbClr val="FFFFFF"/>
                </a:solidFill>
                <a:latin typeface="Roboto Slab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4572000"/>
            <a:ext cx="1049091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Evaluation form · certificates at the door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Questions after today: [TIYA contact]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